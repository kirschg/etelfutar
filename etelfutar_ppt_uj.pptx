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hu"/>
              <a:t>Ételfutár Weboldal Bemutató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6"/>
              <a:buNone/>
            </a:pPr>
            <a:r>
              <a:rPr lang="hu"/>
              <a:t>Készítették: Erdődi Norbert, Timkó Ákos és Kirsch Gergő Dávid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Ételfutár Weboldal Témája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hu" sz="2000"/>
              <a:t>Ételrendeléssel foglalkozó weboldal amelyen keresztül rendelhet a felhasználó ételeket kiváló minőségben és áron.</a:t>
            </a:r>
            <a:endParaRPr sz="20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hu" sz="2000"/>
              <a:t>Ételek közül lehet válogatni és fel is lehet adni rendelést.</a:t>
            </a:r>
            <a:endParaRPr sz="20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hu" sz="2000"/>
              <a:t>Az adatbázisunk segítségével eltároljuk az ételeket amelyek közül választani lehet, illetve eltároljuk a leadott rendeléseket amelyeket leadhat egy felhasználó.</a:t>
            </a:r>
            <a:endParaRPr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Frontend Működése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665"/>
              <a:buNone/>
            </a:pPr>
            <a:r>
              <a:rPr lang="hu"/>
              <a:t>A weboldalunk React app segítségével működik amelyet a Visual Studio Code nevezetű szoftver segítségével írtunk meg, össze van kötve egy adatbázissal és egy backend-el. A backend-ben rengeteg végpontot csatlakoztatunk a weboldalhoz. A keresés “input” mező is meg lesz csinálva, hogy rá lehessen keresni éttermekre vagy ételekre. A backend végpontok segítségével lekérdezhetőek lesznek az éttermek, illetve az ételek. Lesz regisztráció és bejelentkezési lehetőség is.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Frontend Működése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665"/>
              <a:buNone/>
            </a:pPr>
            <a:r>
              <a:rPr lang="hu"/>
              <a:t>Rendelés Terve:</a:t>
            </a:r>
            <a:endParaRPr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1665"/>
              <a:buNone/>
            </a:pPr>
            <a:r>
              <a:rPr lang="hu"/>
              <a:t>A főoldalon ha rákattintunk a “Rendelj most!” gombra akkor megjelennek a városok. Ha rákattintunk egy városra megjelennek az éttermek. Ha rákattintunk egy étteremre megjelennek az ételek. Ha rákattintunk egy ételre megjelennek az étel információi valamint a “kosárba” gomb lehetőség.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Backend Működése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hu"/>
              <a:t>A “backend”-et c# programozási nyelven írtuk meg a Visual Studio 2022 nevezetű szoftver segítségével.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hu"/>
              <a:t>A “backend” a következő képpen működik. “Entity Framework” segítségével működik. Van rengeteg végpont amely az oldal működéséért felelősek. Például a keresőnek kell a lekérdezéshez egy “backend”-es végpont amely lekérdezi az ételeket és ad rá találatokat.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0000"/>
              <a:buNone/>
            </a:pPr>
            <a:r>
              <a:rPr lang="hu"/>
              <a:t>A backend-ben “Scaffold konzolos parancs”-al legeneráltunk osztályokat amelyeket a Controllerek-ben használunk fel a végpontoknál. Illetve ha szükséges volt csináltunk DTO-kat is hozzá.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0000"/>
              <a:buNone/>
            </a:pPr>
            <a:r>
              <a:rPr lang="hu"/>
              <a:t>Minden kontroller tartalmazhat végpontokat.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Backend Működése: UML ábra az útvonalakról</a:t>
            </a:r>
            <a:endParaRPr/>
          </a:p>
        </p:txBody>
      </p:sp>
      <p:pic>
        <p:nvPicPr>
          <p:cNvPr id="85" name="Google Shape;8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170125"/>
            <a:ext cx="4371825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Backend Működése: A végpontok tesztelése Swagger UI-val történik</a:t>
            </a:r>
            <a:endParaRPr/>
          </a:p>
        </p:txBody>
      </p:sp>
      <p:pic>
        <p:nvPicPr>
          <p:cNvPr id="91" name="Google Shape;9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334500"/>
            <a:ext cx="7690077" cy="3656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Adatbázis Működése</a:t>
            </a:r>
            <a:endParaRPr/>
          </a:p>
        </p:txBody>
      </p:sp>
      <p:sp>
        <p:nvSpPr>
          <p:cNvPr id="97" name="Google Shape;97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hu"/>
              <a:t>Az adatbázist MySQL-ben valósítottuk meg. Összesen 10 táblás adatbázist hoztunk létre a cél érdekében. A kapcsolatok a következőképpen vannak kialakítva: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98" name="Google Shape;98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1650" y="1880000"/>
            <a:ext cx="4398625" cy="326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Ételfutár Weboldalnak a Főoldal Rácsszerkezete:</a:t>
            </a:r>
            <a:endParaRPr/>
          </a:p>
        </p:txBody>
      </p:sp>
      <p:pic>
        <p:nvPicPr>
          <p:cNvPr id="104" name="Google Shape;10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170125"/>
            <a:ext cx="5085144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hu"/>
              <a:t>Ételfutár Weboldalnak a Regisztrálás Rácsszerkezete:</a:t>
            </a:r>
            <a:endParaRPr/>
          </a:p>
        </p:txBody>
      </p:sp>
      <p:pic>
        <p:nvPicPr>
          <p:cNvPr id="110" name="Google Shape;11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170125"/>
            <a:ext cx="5088948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hu"/>
              <a:t>Ételfutár Weboldalnak a Bejelentkezés Rácsszerkezete:</a:t>
            </a:r>
            <a:endParaRPr/>
          </a:p>
        </p:txBody>
      </p:sp>
      <p:pic>
        <p:nvPicPr>
          <p:cNvPr id="116" name="Google Shape;11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170125"/>
            <a:ext cx="5088948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hu"/>
              <a:t>Ételfutár Weboldalnak a Miskolci Éttermek Rácsszerkezete:</a:t>
            </a:r>
            <a:endParaRPr/>
          </a:p>
        </p:txBody>
      </p:sp>
      <p:pic>
        <p:nvPicPr>
          <p:cNvPr id="122" name="Google Shape;12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05925" y="1170125"/>
            <a:ext cx="5087062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hu"/>
              <a:t>Ételfutár Weboldalnak a Kosár Rácsszerkezete:</a:t>
            </a:r>
            <a:endParaRPr/>
          </a:p>
        </p:txBody>
      </p:sp>
      <p:pic>
        <p:nvPicPr>
          <p:cNvPr id="128" name="Google Shape;12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170125"/>
            <a:ext cx="5088948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Ételfutár Weboldal jelenlegi állapota, kinézete:</a:t>
            </a:r>
            <a:endParaRPr/>
          </a:p>
        </p:txBody>
      </p:sp>
      <p:pic>
        <p:nvPicPr>
          <p:cNvPr id="134" name="Google Shape;13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170125"/>
            <a:ext cx="8079595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Adminisztrációs felület-WPF Alkalmazás:</a:t>
            </a:r>
            <a:endParaRPr/>
          </a:p>
        </p:txBody>
      </p:sp>
      <p:sp>
        <p:nvSpPr>
          <p:cNvPr id="140" name="Google Shape;140;p27"/>
          <p:cNvSpPr txBox="1"/>
          <p:nvPr/>
        </p:nvSpPr>
        <p:spPr>
          <a:xfrm>
            <a:off x="311700" y="1017725"/>
            <a:ext cx="83355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hu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 WPF alkalmazás egy felhasználó kezelő program amely segítségével az “Adminisztrátor” kezelheti a felhasználóit: létrehozhat újat,törölhet,módosíthat.</a:t>
            </a:r>
            <a:endParaRPr b="0" i="0" sz="2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hu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Csak be kell jelentkezni “Admin” felhasználóként és kész. Illetve be is lehet regisztrálni egy új felhasználót.</a:t>
            </a:r>
            <a:endParaRPr b="0" i="0" sz="2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hu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Valamint nem csak felhasználót kezelhet hanem az összes tábláját az adatbázisnak.</a:t>
            </a:r>
            <a:endParaRPr b="0" i="0" sz="2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WPF Alkalmazás kinézete:</a:t>
            </a:r>
            <a:endParaRPr/>
          </a:p>
        </p:txBody>
      </p:sp>
      <p:pic>
        <p:nvPicPr>
          <p:cNvPr id="146" name="Google Shape;14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170125"/>
            <a:ext cx="6797460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WPF Alkalmazás kinézete:</a:t>
            </a:r>
            <a:endParaRPr/>
          </a:p>
        </p:txBody>
      </p:sp>
      <p:pic>
        <p:nvPicPr>
          <p:cNvPr id="152" name="Google Shape;152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170125"/>
            <a:ext cx="4000500" cy="3448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05300" y="1170125"/>
            <a:ext cx="3203213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hu"/>
              <a:t>WPF Alkalmazás kinézete:</a:t>
            </a:r>
            <a:endParaRPr/>
          </a:p>
        </p:txBody>
      </p:sp>
      <p:pic>
        <p:nvPicPr>
          <p:cNvPr id="159" name="Google Shape;159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170125"/>
            <a:ext cx="6783616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